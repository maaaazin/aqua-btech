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3cc977e084577" /><Relationship Type="http://schemas.openxmlformats.org/officeDocument/2006/relationships/extended-properties" Target="/docProps/app.xml" Id="R5296781483404103" /><Relationship Type="http://schemas.openxmlformats.org/officeDocument/2006/relationships/officeDocument" Target="/ppt/presentation.xml" Id="Rac2f53a5476d4e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3f5c6a77947d0"/>
  </p:sldMasterIdLst>
  <p:notesMasterIdLst>
    <p:notesMasterId xmlns:r="http://schemas.openxmlformats.org/officeDocument/2006/relationships" r:id="R414b1da96bcd438e"/>
  </p:notesMasterIdLst>
  <p:sldIdLst>
    <p:sldId xmlns:r="http://schemas.openxmlformats.org/officeDocument/2006/relationships" id="256" r:id="R9f94095a1a464137"/>
    <p:sldId xmlns:r="http://schemas.openxmlformats.org/officeDocument/2006/relationships" id="257" r:id="R71829e1b4a2c43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80700e13434c00" /><Relationship Type="http://schemas.openxmlformats.org/officeDocument/2006/relationships/slideMaster" Target="/ppt/slideMasters/slideMaster1.xml" Id="Rc863f5c6a77947d0" /><Relationship Type="http://schemas.openxmlformats.org/officeDocument/2006/relationships/notesMaster" Target="/ppt/notesMasters/notesMaster1.xml" Id="R414b1da96bcd438e" /><Relationship Type="http://schemas.openxmlformats.org/officeDocument/2006/relationships/presProps" Target="/ppt/presProps.xml" Id="Rfe22ab60e7f34dd9" /><Relationship Type="http://schemas.openxmlformats.org/officeDocument/2006/relationships/tableStyles" Target="/ppt/tableStyles.xml" Id="R17aa9c3390a04308" /><Relationship Type="http://schemas.openxmlformats.org/officeDocument/2006/relationships/slide" Target="/ppt/slides/slide1.xml" Id="R9f94095a1a464137" /><Relationship Type="http://schemas.openxmlformats.org/officeDocument/2006/relationships/slide" Target="/ppt/slides/slide2.xml" Id="R71829e1b4a2c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3ccab14c9046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38991c07a46bf" /><Relationship Type="http://schemas.openxmlformats.org/officeDocument/2006/relationships/notesMaster" Target="/ppt/notesMasters/notesMaster1.xml" Id="Rc825510cd32a47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1df077be1c447e" /><Relationship Type="http://schemas.openxmlformats.org/officeDocument/2006/relationships/notesMaster" Target="/ppt/notesMasters/notesMaster1.xml" Id="R2cd0373554d142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AQUA Git history and repository validation run on 27 September 2026. Backend: 48 tests passed. Frontend: lint and production build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AQUA Git history. Delivered work is shown in green, documentation work in blue, and proposed next phase in amber.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29a1228f0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0c98f05f64551" /><Relationship Type="http://schemas.openxmlformats.org/officeDocument/2006/relationships/slideLayout" Target="/ppt/slideLayouts/slideLayout1.xml" Id="R501bd86a7c3646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bd86a7c3646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0191170b74479" /><Relationship Type="http://schemas.openxmlformats.org/officeDocument/2006/relationships/notesSlide" Target="/ppt/notesSlides/notesSlide1.xml" Id="R23d38c26a3ef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f3f3c9324c21" /><Relationship Type="http://schemas.openxmlformats.org/officeDocument/2006/relationships/notesSlide" Target="/ppt/notesSlides/notesSlide2.xml" Id="R6a808d4f4e3a43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B375DF-8DB2-45F2-949B-5A1E387B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AQUA: Current Work and 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564A4-6A83-4625-8C59-8C93D92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Repository snapshot · 27 September 2026 · Completion estimate based on delivered commits and validation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37DCA-CE4A-4256-A65B-6A58C1E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85259-2272-4434-88B2-ECAA0221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D39F7-F793-46FA-8048-D61B2E9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65%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0F57E-BC41-4B4A-85C5-68B2C3F6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Estimated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AA64E-64E0-4661-A8A3-F317AE1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C8D59-338A-42C5-9D1F-9AB1B1FD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48 / 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E19A5-D046-49B8-A9A8-619BBF29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Backend tests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8625D-62EF-445A-8BFB-5FE5446C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2F64E-1365-4A9D-845E-CA16352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11539-A61E-41B0-8E71-D2EB0840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Frontend lint and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4727A-112E-4B1B-9182-7715E1C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26D20-8B08-494E-9874-24E8AD0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54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33955-E8FA-43D9-8242-4584A4F9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Indexed API handlers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5DECF-C0CF-4ED3-A161-DBB82B8A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Completed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DF3B6-1F69-4D8F-A9DF-DEC3AB4E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64916-27C1-4DB0-A078-30428EF0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Browser test generation, execution, results, and visual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AAE7C-4DF3-4B74-9E49-15CC417A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2E8BB-858E-4CE2-9EF5-CE9FF607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OpenAPI and Postman imports, assertions, workflows, run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F09D3-C7BC-4DC0-B2A8-0F5D52B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79B82-A297-4C9B-B50B-F55A73DF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Passive API security checks, ZAP entry points, evidence redaction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9CAE8-F72A-41E2-8CF5-82F91D19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32A5E-1743-4A8D-9D30-510BF0AC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Project ownership, URL protection, route-JWT and dependency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5DDC3-6310-418D-B63D-5C1B455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Next delivery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CC840-9C12-4783-8F1E-B084AF8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A3967-C3F3-4531-8D33-252A1020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Run core flows with MongoDB, LM Studio, Playwright, and a test target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9BEBC-1044-4DBC-9B44-A6EA287C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6D167-BC8C-4425-B4D8-E435DD2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Validate deployment, seed a demo project, and rehearse the walkthrough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A4518-348E-4E7B-BB7E-E0590A5D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Polish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0B62B-4A2D-48E3-B921-A916D02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Split the 783 kB frontend entry chunk and remove deprecated APIs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A2EEA-1DF4-4659-A8B4-FCD8F76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E6B55A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C4A0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C4A03"/>
                </a:solidFill>
                <a:latin typeface="Helvetica Neue"/>
                <a:ea typeface="Helvetica Neue"/>
                <a:cs typeface="Helvetica Neue"/>
              </a:rPr>
              <a:t>Watchlist: 27 Python deprecation warnings remain. Full acceptance testing depends on live external services and a reachable target application.</a:t>
            </a:r>
          </a:p>
        </p:txBody>
      </p:sp>
    </p:spTree>
    <p:extLst>
      <p:ext uri="{BB962C8B-B14F-4D97-AF65-F5344CB8AC3E}">
        <p14:creationId xmlns:p14="http://schemas.microsoft.com/office/powerpoint/2010/main" val="371904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9D6ECA-7FF4-4282-81B8-5699EDC3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AQUA: Delivery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157D4-89F0-4F6A-BE6C-BBA28ABA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Delivered milestones are taken from Git history. Future dates are a recommended delivery plan, not a committed schedule.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AFFF8-01D6-4380-BA8F-2EC791E5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E58EC-C062-4C83-8E17-7C877593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 Jul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3E1D-6306-403B-873E-61C20FFB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86B4F-0351-4EB4-B297-EE786D3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2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21 Sep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850C3-12B9-4889-8E20-C550562F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DCDB2-2FF7-422E-A907-08C77735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22 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64D9B-5084-4241-AA13-A6F8B66C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AF86C-3871-4B16-98E0-A756EB7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27 Sep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8447D-F70F-4CFA-897B-83FAE227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A6634-98C0-48B4-AE8C-9E46E356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 Oct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D019A-ECFA-4F8F-B643-74904F7A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03D68-62D5-4935-ACB7-F51D649D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2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7 Oct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CB165-85FA-4684-8854-E5BF257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85DB8-0C94-4A5F-B0C0-9C6C1C7B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4573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 Oct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AF4EF-133C-4142-9637-63808BC4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714500"/>
            <a:ext cx="952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C85A3-2F1E-4F1B-A390-B238C1C6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Foundation and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7328B-CAE8-4443-B8E5-70C2738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B2F18-E233-4541-8BD0-987FC969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2E547-188A-4318-9CBE-95C1580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57375"/>
            <a:ext cx="663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03FD8-A443-4FDC-951C-78E3FEF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Core browser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DD3BF-CE71-4B16-A519-47B94C0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D4F98-C03F-4A77-AE9F-8383687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95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31056-3C8D-4B73-8C7F-58A6288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14575"/>
            <a:ext cx="663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B5C64-1B72-4573-8868-8632509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API testing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69266-A51A-4F1F-B92D-E58AAEED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A8975-11D7-4D48-B101-AF0AB14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ECCD0F-80CF-4A67-8D1D-4AD11F7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771775"/>
            <a:ext cx="4222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61BFEC-6931-4163-AD40-2CAC413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Security and evidence hardening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070E5C-C2AE-4A02-AAB4-EBD76F5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865B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FD8DBD-E2EC-4B45-B1F0-C176AB4E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99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C73DD-8870-4885-A026-219F1D77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228975"/>
            <a:ext cx="5429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D6D70F-468D-4F70-839C-F5B21C55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Research and documentation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5757FC-DABB-43FE-B158-9FE66102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878B5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FB0CAA-2ABE-401B-8A4E-0F59FC0A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1A3A32-E0E4-47AD-9036-6FA141C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575" y="3686175"/>
            <a:ext cx="17494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D761B4-77D6-49A7-AC86-710F18A0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End-to-end integration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8B8343-BED7-4A2E-8411-80F4A76D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DE746A-EED8-45AC-98DF-C77340F5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243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E72A94-0F2D-4AF9-8C4A-DDF6825F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120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45E051-9B46-47DB-9F93-B536F45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Deployment and demo readiness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E8C45E-005C-45C5-B980-FA4086C6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4DC6CD-0AD9-44E4-8CA1-5CB3125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815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B9DF1F-17E7-45FF-88B9-6A297D7C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6500" y="4600575"/>
            <a:ext cx="120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A314A5-8996-4969-849A-A72859F8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0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F2933"/>
                </a:solidFill>
                <a:latin typeface="Helvetica Neue"/>
                <a:ea typeface="Helvetica Neue"/>
                <a:cs typeface="Helvetica Neue"/>
              </a:rPr>
              <a:t>Performance and technical debt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7A1181-C84A-41AD-87D3-DF15D19E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88A24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D9F8F9-C55D-49D2-9475-3052A77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38725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4763">
            <a:solidFill>
              <a:srgbClr val="D9E2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328103-319A-4C48-B93C-DE4C1A6F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5057775"/>
            <a:ext cx="120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1F8BE9-E417-48F7-B828-F6FAF5D3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5B"/>
          </a:solidFill>
          <a:ln xmlns:a="http://schemas.openxmlformats.org/drawingml/2006/main" w="0">
            <a:solidFill>
              <a:srgbClr val="27865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860804-8016-4CA2-8143-110FAB8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ED7831-5CE7-459F-A29E-7AC28F5A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solidFill>
              <a:srgbClr val="2878B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F6A577-CA33-451C-A96D-36E13442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76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3BDBCD-4AAD-4776-A737-F025AFF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A24"/>
          </a:solidFill>
          <a:ln xmlns:a="http://schemas.openxmlformats.org/drawingml/2006/main" w="0">
            <a:solidFill>
              <a:srgbClr val="D88A2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F2689B-BF32-448F-9411-B18F773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769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Planned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8F6332-7FBE-4C81-9876-27886509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Source: Git commits from 10 July to 22 September 2026 and repository scan on 27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680992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2026-09-27T14:54:50.3570000Z</dcterms:created>
  <dcterms:modified xsi:type="dcterms:W3CDTF">2026-09-27T14:54:50.3570000Z</dcterms:modified>
</coreProperties>
</file>