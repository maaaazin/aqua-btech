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ba4f60c9614ddf" /><Relationship Type="http://schemas.openxmlformats.org/officeDocument/2006/relationships/extended-properties" Target="/docProps/app.xml" Id="Rd5f99450482b4754" /><Relationship Type="http://schemas.openxmlformats.org/officeDocument/2006/relationships/officeDocument" Target="/ppt/presentation.xml" Id="Rdbca49f1ab6042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986132fe704815"/>
  </p:sldMasterIdLst>
  <p:notesMasterIdLst>
    <p:notesMasterId xmlns:r="http://schemas.openxmlformats.org/officeDocument/2006/relationships" r:id="R56b0da3893204c12"/>
  </p:notesMasterIdLst>
  <p:sldIdLst>
    <p:sldId xmlns:r="http://schemas.openxmlformats.org/officeDocument/2006/relationships" id="256" r:id="R22aaad30161b4ee4"/>
    <p:sldId xmlns:r="http://schemas.openxmlformats.org/officeDocument/2006/relationships" id="257" r:id="R034e9f746a6e4b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ce270b60dc469c" /><Relationship Type="http://schemas.openxmlformats.org/officeDocument/2006/relationships/slideMaster" Target="/ppt/slideMasters/slideMaster1.xml" Id="Rb0986132fe704815" /><Relationship Type="http://schemas.openxmlformats.org/officeDocument/2006/relationships/notesMaster" Target="/ppt/notesMasters/notesMaster1.xml" Id="R56b0da3893204c12" /><Relationship Type="http://schemas.openxmlformats.org/officeDocument/2006/relationships/presProps" Target="/ppt/presProps.xml" Id="Re629107b84254f7b" /><Relationship Type="http://schemas.openxmlformats.org/officeDocument/2006/relationships/tableStyles" Target="/ppt/tableStyles.xml" Id="R4ffef46d3817410e" /><Relationship Type="http://schemas.openxmlformats.org/officeDocument/2006/relationships/slide" Target="/ppt/slides/slide1.xml" Id="R22aaad30161b4ee4" /><Relationship Type="http://schemas.openxmlformats.org/officeDocument/2006/relationships/slide" Target="/ppt/slides/slide2.xml" Id="R034e9f746a6e4b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35adb334f146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33d722183c41c1" /><Relationship Type="http://schemas.openxmlformats.org/officeDocument/2006/relationships/notesMaster" Target="/ppt/notesMasters/notesMaster1.xml" Id="R4dfc4eef28be44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248398f9484c2b" /><Relationship Type="http://schemas.openxmlformats.org/officeDocument/2006/relationships/notesMaster" Target="/ppt/notesMasters/notesMaster1.xml" Id="Rc9a12f470cfc4f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AQUA Git history and repository validation run on 27 September 2026. Backend: 48 tests passed. Frontend: lint and production build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AQUA Git history. Delivered work is shown in green, documentation work in blue, and proposed next phase in amber.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8b8bc86484c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09323783924eab" /><Relationship Type="http://schemas.openxmlformats.org/officeDocument/2006/relationships/slideLayout" Target="/ppt/slideLayouts/slideLayout1.xml" Id="R584871f58cba41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4871f58cba41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fa7b6bf694899" /><Relationship Type="http://schemas.openxmlformats.org/officeDocument/2006/relationships/notesSlide" Target="/ppt/notesSlides/notesSlide1.xml" Id="R4249954ec77248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c0f0ece6f413c" /><Relationship Type="http://schemas.openxmlformats.org/officeDocument/2006/relationships/notesSlide" Target="/ppt/notesSlides/notesSlide2.xml" Id="Rd4241141fc3e44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A81099-817F-4BF2-AC47-D901955B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AQUA: Current Work and Project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E5234-F4E0-4ED4-8FCA-5FA65A07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Repository snapshot · 27 September 2026 · Completion estimate based on delivered commits and validation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C02FB-EB30-4140-BB84-424D8650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2878B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AA6BA-052A-46C8-9BFC-DC2942CA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4C733-05FC-4EFF-9330-AF6840D7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65%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78D5F-CDFC-43D8-BCF4-585B5C5D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Estimated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0B3F4-8C36-411C-8921-A331CA70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68AED-7A8A-41A1-98D8-CDC08117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48 / 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F587C-4C6D-4925-B418-31BA143A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93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Backend tests passing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B0DDC-375B-40EC-B58C-B39CBABA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AE3B1-8FD8-4F5F-810F-F9085F1A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BB410-9CF7-490B-8377-01124459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Frontend lint and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690FB-77F4-4C35-9C53-45AB2930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B2347-8DDE-4EF2-A2A2-7D778C1C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573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54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8850A-745D-4A8D-8626-2A239546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Indexed API handlers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B31BE-3171-47A4-8D33-602BF238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Completed capabilities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64B05-5F3B-421D-A585-6B620D13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0A24C-3088-4602-86A5-81BB94C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Browser test generation, execution, results, and visual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09617-76EA-4A3A-AE65-7B3F9DEB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9EF29-92FC-4748-9FF7-F91E8300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OpenAPI and Postman imports, assertions, workflows, run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C3361-C572-49C7-86ED-DF166F0E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443C0-D231-4E2B-9CFB-C802D8E3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Passive API security checks, ZAP entry points, evidence redaction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C56702-FE2C-40C4-A958-FE8EF729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59424-0530-4A46-B26C-59511228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Project ownership, URL protection, route-JWT and dependency 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0E465-FA05-42E7-A60B-0281A031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Next delivery focus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FB2AB-62CC-41DC-B989-E1CEF16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Integration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983DB9-E925-4A95-BA9E-4EC5046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Run core flows with MongoDB, LM Studio, Playwright, and a test target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597558-D731-4F11-B08A-86E02D8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16FE0-5D2A-48DB-B87B-46E831D8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Validate deployment, seed a demo project, and rehearse the walkthrough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58948C-B6CD-4B99-ADFC-05530BE6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Polish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E5A1E-5B19-4175-A479-A2B90BF5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Split the 783 kB frontend entry chunk and remove deprecated APIs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1E090E-1043-4874-B6B1-943E1F9A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E6B55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C4A0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C4A03"/>
                </a:solidFill>
                <a:latin typeface="Helvetica Neue"/>
                <a:ea typeface="Helvetica Neue"/>
                <a:cs typeface="Helvetica Neue"/>
              </a:rPr>
              <a:t>Watchlist: 27 Python deprecation warnings remain. Full acceptance testing depends on live external services and a reachable target application.</a:t>
            </a:r>
          </a:p>
        </p:txBody>
      </p:sp>
    </p:spTree>
    <p:extLst>
      <p:ext uri="{BB962C8B-B14F-4D97-AF65-F5344CB8AC3E}">
        <p14:creationId xmlns:p14="http://schemas.microsoft.com/office/powerpoint/2010/main" val="842118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E014D1-EBBF-4E2E-A54B-5873753E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AQUA: Delivery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C13EF-E18E-4F3C-9E99-CB9FEF70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Delivered milestones are taken from Git history. Future dates are a recommended delivery plan, not a committed schedule.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D650A-8ECF-4AB3-8CFB-17FCF824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2878B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30B31-1FC1-4E54-9E91-31B31478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10 Jul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4CD12-F753-4E06-B1A7-96C2BF2F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CA983-E811-4400-BD69-B04E0741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2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21 Sep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8710F-011F-41AE-AF7A-9F451E19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474D8-3791-4817-914A-3475B28A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7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22 Sep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7F1ED-6154-4638-9931-1BF0E150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AE83E-96DF-4800-A9B8-E97765D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27 Sep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EB754-6576-4156-9588-52D76166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258E1-EE4A-4CC8-BD42-DB13B3BA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 Oct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9E9CE-13F9-435D-B731-553A2491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5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6E4E3-1A3D-4014-A69C-092A812E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2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7 Oct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92165-CA42-4196-896D-C9538B82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915D3-C8E4-4AE8-8BF9-5241487F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11 Oct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5B278-EE38-4C25-95D2-FA554CEE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33C04-63AB-4569-863F-B09BDA74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Foundation and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CC492-FDF2-498D-A840-FFC369CC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Done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1B4A3-B147-4B41-834A-60DFCCA6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383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0FE2B-2907-4830-80BF-37AAC578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57375"/>
            <a:ext cx="663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F3039-D8E6-42C6-AB0C-AE027A72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Core browser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69444-C49B-4569-9FBA-C5809F8C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Done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AE9BF-3BC8-431D-B820-5AE3DF95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95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71838-BE02-4175-967F-AC37CEC4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14575"/>
            <a:ext cx="663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D4BE2-F55E-48A8-88B8-6B24F2B2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API testing workspace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4E71B1-B202-465B-9C26-DF9D5146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Done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6FC632-9E71-483F-96B0-8C56F58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527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0F6864-3F0E-4AB2-8B02-FC2CB584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771775"/>
            <a:ext cx="422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2E7F35-F9FD-4479-85B5-6F339D86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Security and evidence hardening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6C861A-44EB-420D-B221-626E71C9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Done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7D599F-59ED-4C13-BA7C-FEF8AFEA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99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474D65-DEF0-4D28-A484-923B7D1B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228975"/>
            <a:ext cx="542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BDDAE8-331B-42DC-9268-4C5C66D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Research and documentation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B03901-0D4F-4A48-B213-0E724668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In progress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874200-F1C6-4B25-8CA9-341B98BE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85920C-C4A3-4986-9EB7-4828DA53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575" y="3686175"/>
            <a:ext cx="17494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2878B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0A698E-D523-4C77-A4E2-DA5DF063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End-to-end integration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BD0487-ED70-4993-941C-929AEA12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rPr>
              <a:t>Planned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755AE7-0763-4812-A794-26F0BC7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243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F1CD8F-5ACD-4316-B260-6BC8DB4A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120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4"/>
          </a:solidFill>
          <a:ln xmlns:a="http://schemas.openxmlformats.org/drawingml/2006/main" w="0">
            <a:solidFill>
              <a:srgbClr val="D88A2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08C968-D183-43F4-9F81-09201216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Deployment and demo readiness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4AEFCB-E967-4C78-92EA-A6D3E987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rPr>
              <a:t>Planned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2C20B0-F21A-44BE-A267-E42E841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81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7717E1-AE4B-4834-B311-45A0711E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500" y="4600575"/>
            <a:ext cx="120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4"/>
          </a:solidFill>
          <a:ln xmlns:a="http://schemas.openxmlformats.org/drawingml/2006/main" w="0">
            <a:solidFill>
              <a:srgbClr val="D88A2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A2BC7A-C1A8-455B-A9CF-B0ACE364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Performance and technical debt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234CD0-FC5D-4F69-B3BA-78B27E33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rPr>
              <a:t>Planned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E5725A-DABF-4C5A-BD9B-894FFBF6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387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3BA077-0D6E-4271-9934-6ED871A0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5057775"/>
            <a:ext cx="120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4"/>
          </a:solidFill>
          <a:ln xmlns:a="http://schemas.openxmlformats.org/drawingml/2006/main" w="0">
            <a:solidFill>
              <a:srgbClr val="D88A2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C9BC18-4519-4382-9CBC-DD1F1077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AE6B30-143B-4939-ADBA-140B5B3C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8FB2C4-8C4F-4505-81A1-DD508FA4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2878B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E2DAF6-83A2-483B-A666-28AF5ABF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76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 progress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C6F3E1-1203-446B-9B73-AEF1303A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4"/>
          </a:solidFill>
          <a:ln xmlns:a="http://schemas.openxmlformats.org/drawingml/2006/main" w="0">
            <a:solidFill>
              <a:srgbClr val="D88A2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286EDC-1942-429F-824B-1927CD69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876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Planned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99E00B-D92F-4AF9-8515-260D4781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Source: Git commits from 10 July to 22 September 2026 and repository scan on 27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1896486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2026-09-27T14:54:35.8990000Z</dcterms:created>
  <dcterms:modified xsi:type="dcterms:W3CDTF">2026-09-27T14:54:35.8990000Z</dcterms:modified>
</coreProperties>
</file>